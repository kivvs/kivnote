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ppt/presentation.xml><?xml version="1.0" encoding="utf-8"?>
<p:presentation xmlns:a="http://schemas.openxmlformats.org/drawingml/2006/main" xmlns:p="http://schemas.openxmlformats.org/presentationml/2006/main">
  <p:sldSz cx="12192000" cy="6858000" type="screen16x9"/>
</p:presentation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logo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/>
      <p:sp>
        <p:nvSpPr>
          <p:cNvPr id="2" name="s"/>
          <p:cNvSpPr/>
          <p:nvPr/>
        </p:nvSpPr>
        <p:spPr>
          <a:xfrm>
            <a:off x="914400" y="1600000"/>
            <a:ext cx="10287000" cy="1600000"/>
          </a:xfrm>
        </p:spPr>
        <p:txBody>
          <a:bodyPr anchor="t"/>
          <a:lstStyle/>
          <a:p>
            <a:pPr algn="ctr"/>
            <a:r>
              <a:rPr lang="zh-CN" sz="5400" b="1">
                <a:solidFill>
                  <a:srgbClr val="FFFFFF"/>
                </a:solidFill>
              </a:rPr>
              <a:t>信息安全作品赛</a:t>
            </a:r>
          </a:p>
        </p:txBody>
      </p:sp>
      <p:sp>
        <p:nvSpPr>
          <p:cNvPr id="2" name="s"/>
          <p:cNvSpPr/>
          <p:nvPr/>
        </p:nvSpPr>
        <p:spPr>
          <a:xfrm>
            <a:off x="914400" y="3600000"/>
            <a:ext cx="10287000" cy="1200000"/>
          </a:xfrm>
        </p:spPr>
        <p:txBody>
          <a:bodyPr anchor="t"/>
          <a:lstStyle/>
          <a:p>
            <a:pPr algn="ctr"/>
            <a:r>
              <a:rPr lang="zh-CN" sz="2400" b="0">
                <a:solidFill>
                  <a:srgbClr val="93A86B"/>
                </a:solidFill>
              </a:rPr>
              <a:t>钓鱼检测工具 · 完整策划书</a:t>
            </a:r>
          </a:p>
          <a:p>
            <a:pPr algn="ctr"/>
            <a:r>
              <a:rPr lang="zh-CN" sz="2400" b="0">
                <a:solidFill>
                  <a:srgbClr val="93A86B"/>
                </a:solidFill>
              </a:rPr>
              <a:t>湖南科技大学 明月网安实验室</a:t>
            </a:r>
          </a:p>
        </p:txBody>
      </p:sp>
      <p:pic>
        <p:nvPicPr>
          <p:cNvPr id="9" name="logo"/>
          <p:cNvPicPr/>
          <p:nvPr/>
        </p:nvPicPr>
        <p:blipFill>
          <a:blip r:embed="rId2"/>
        </p:blipFill>
        <p:spPr>
          <a:xfrm>
            <a:off x="9144000" y="5207000"/>
            <a:ext cx="1828800" cy="118872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"/>
          <p:cNvSpPr/>
          <p:nvPr/>
        </p:nvSpPr>
        <p:spPr>
          <a:xfrm>
            <a:off x="1097280" y="914400"/>
            <a:ext cx="10058400" cy="900000"/>
          </a:xfrm>
        </p:spPr>
        <p:txBody>
          <a:bodyPr anchor="t"/>
          <a:lstStyle/>
          <a:p>
            <a:pPr algn="l"/>
            <a:r>
              <a:rPr lang="zh-CN" sz="4000" b="1">
                <a:solidFill>
                  <a:srgbClr val="1A1A1A"/>
                </a:solidFill>
              </a:rPr>
              <a:t>一、项目概述</a:t>
            </a:r>
          </a:p>
        </p:txBody>
      </p:sp>
      <p:sp>
        <p:nvSpPr>
          <p:cNvPr id="2" name="s"/>
          <p:cNvSpPr/>
          <p:nvPr/>
        </p:nvSpPr>
        <p:spPr>
          <a:xfrm>
            <a:off x="1097280" y="2100000"/>
            <a:ext cx="9600000" cy="3200000"/>
          </a:xfrm>
        </p:spPr>
        <p:txBody>
          <a:bodyPr anchor="t"/>
          <a:lstStyle/>
          <a:p>
            <a:pPr algn="l"/>
            <a:r>
              <a:rPr lang="zh-CN" sz="2000" b="0">
                <a:solidFill>
                  <a:srgbClr val="333333"/>
                </a:solidFill>
              </a:rPr>
              <a:t>随着钓鱼攻击手段的不断升级，钓鱼邮件已成为主要泄露途径</a:t>
            </a:r>
          </a:p>
          <a:p>
            <a:pPr algn="l"/>
            <a:r>
              <a:rPr lang="zh-CN" sz="2000" b="0">
                <a:solidFill>
                  <a:srgbClr val="333333"/>
                </a:solidFill>
              </a:rPr>
              <a:t>本作品聚焦「轻量化 + 高易用性 + 主动拦截」三大能力</a:t>
            </a:r>
          </a:p>
          <a:p>
            <a:pPr algn="l"/>
            <a:r>
              <a:rPr lang="zh-CN" sz="2000" b="0">
                <a:solidFill>
                  <a:srgbClr val="333333"/>
                </a:solidFill>
              </a:rPr>
              <a:t>支持 Chrome / Edge / Firefox 三大浏览器插件</a:t>
            </a:r>
          </a:p>
        </p:txBody>
      </p:sp>
      <p:sp>
        <p:nvSpPr>
          <p:cNvPr id="5" name="bar"/>
          <p:cNvSpPr/>
          <p:nvPr/>
        </p:nvSpPr>
        <p:spPr>
          <a:xfrm>
            <a:off x="762000" y="1828800"/>
            <a:ext cx="45720" cy="3657600"/>
          </a:xfrm>
          <a:solidFill>
            <a:srgbClr val="93A86B"/>
          </a:solidFill>
        </p:spPr>
      </p:sp>
    </p:spTree>
  </p:cSld>
</p:sld>
</file>