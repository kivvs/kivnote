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837BB8-8FAB-4B52-8938-06C0FB3581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A42B97-BACA-428E-95E4-0234FF6CCC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667F2FE-ECBF-41AE-8256-B14CA022693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44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KivNote Tauri </a:t>
            </a:r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渲染测试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324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第二页：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LibreOffice </a:t>
            </a:r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转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PDF </a:t>
            </a:r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链路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216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Page Two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LibreOffice/26.8.1.1$Windows_X86_64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